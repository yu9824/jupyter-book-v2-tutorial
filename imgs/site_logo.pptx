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1FFB45-B5E0-9F4F-A281-8F35639D8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20207FE-1620-A943-A333-9D8C5DDB1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293F5D-D355-7D49-820C-C8ADEBED9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E4D241-FCCE-B14E-91AB-CFA6A652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5E0339-7E56-D944-8C61-6E73621F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672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6CF55C-D7C0-EE49-A7EE-B0D8DAA8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C38FA7-57EC-2C41-8205-D0B373FF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513E1A-E19B-364D-83DA-203A01F3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A7F9A4-9D6F-6E4A-8897-EE49AC42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BF7CEE-B612-E84B-9D5A-67479D13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94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94014-E14B-5440-BB12-0945AEA8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E7F0BE-3D63-2F48-9530-81A3CC816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58A823-D652-1D4C-BBA6-CA6DAD6B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E9A459-E52E-1942-A7FB-63FF219E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F13445-267B-1A4A-801C-63CF5A69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97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679344-9427-8B4B-91B0-44CC8B25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A132BA-2CC9-6E4B-AF33-27E327A18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30467E-85F9-7647-B110-C45D80F02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9A9213-73E5-034D-B69C-C67D1FDC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971057-2653-484C-BC31-211EB2D4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945CDA-47F6-9B4C-91E0-730777CC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39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794698-CFDC-7C40-981C-508E49F7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6045EB-718D-E344-B7EA-37620143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F367A8-0772-104D-8572-B93298B77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D0BF6F-FD49-A64D-86C2-7770FC430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9983A4-7C54-CB4A-883F-D5E66DC21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B6EA09-3F26-B443-823A-9B86EAE3B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0521A79-09BF-0040-953A-7B619BD3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B07994-84FA-1A4B-AA23-9FB1C9E0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73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9FEF97-5866-3F4D-83E9-57438C4B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403C5B7-B151-5446-AAB6-6FCC5EFA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BCDE7B-AF84-A64A-8127-F4FCEE8A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F67684-4AF7-954B-ABFF-9C9DBDE7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96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5163CD-2949-4943-B36B-D7FA97E8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30DF323-EFA1-084A-9830-200DC24E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B2E6BB-6E2F-7D45-AEAC-E3D51ED4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93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90E00-E406-2742-B2CA-3EC53AB6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9E0E9-C7AC-E24A-A6D6-139A1ACF8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5E20C7-B95B-974E-AED3-B16A50FF3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0BC338-23BB-E54B-8F72-82A66835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FF0F39-7044-1C4E-A1E8-0B5BAEB2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D9020C-3A55-1549-956E-66D7EEBC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26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4B811-5B45-5D40-A40B-62E8095F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757EC4-2248-A646-90F2-68E2C9517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18D3CC-1AE5-0345-A330-FB23BDA1A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430BBF-4E56-EE44-AF9D-AD4FA93E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330335-D705-8F4E-9A7A-5F085EC0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AA3C73-7B70-9843-AD05-FD26BA7A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8FEC1-783A-144B-8599-BD032D3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2BFC47-743C-6C4D-A0C5-A71A26BBE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4DB926-A785-A146-8D96-547164DD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481AE-EEA2-BF4D-BA2F-BE01D717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20F4F2-9E21-9B4A-9CD5-36DB5DEF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040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650E5C9-76DD-DC4F-970B-2C6FAB712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8D78C1-1171-AC4C-924E-0B8BA1A10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86F087-D98E-B943-9049-7089CFF1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5F109-7882-6548-AC73-138609CC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8239B-985D-334A-9BCC-45A3B327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66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D5A4B4-98ED-6845-B1BD-50CA115F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3CBFA3-A816-774E-90CE-F8CF8643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363BD0-7559-7649-BB0A-B2D68D4E6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F84ED-A4E7-F848-8582-CEE9C829E04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68BB5E-7C19-3F4A-A496-FE7C52EB2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FA563F-CF6B-5C45-B056-193E90FC1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E5BA3-1959-1C45-87CC-50C0F9DB61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1969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3DAC01-F2DC-FC46-8CA7-EF3777156178}"/>
              </a:ext>
            </a:extLst>
          </p:cNvPr>
          <p:cNvSpPr txBox="1"/>
          <p:nvPr/>
        </p:nvSpPr>
        <p:spPr>
          <a:xfrm>
            <a:off x="1584102" y="2665927"/>
            <a:ext cx="91390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dirty="0" err="1"/>
              <a:t>Jupyter</a:t>
            </a:r>
            <a:r>
              <a:rPr kumimoji="1" lang="en-US" altLang="ja-JP" sz="9600" dirty="0"/>
              <a:t> Book v2</a:t>
            </a:r>
            <a:endParaRPr kumimoji="1" lang="ja-JP" altLang="en-US" sz="9600"/>
          </a:p>
        </p:txBody>
      </p:sp>
    </p:spTree>
    <p:extLst>
      <p:ext uri="{BB962C8B-B14F-4D97-AF65-F5344CB8AC3E}">
        <p14:creationId xmlns:p14="http://schemas.microsoft.com/office/powerpoint/2010/main" val="2917873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3DAC01-F2DC-FC46-8CA7-EF3777156178}"/>
              </a:ext>
            </a:extLst>
          </p:cNvPr>
          <p:cNvSpPr txBox="1"/>
          <p:nvPr/>
        </p:nvSpPr>
        <p:spPr>
          <a:xfrm>
            <a:off x="1584102" y="2665927"/>
            <a:ext cx="91390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dirty="0" err="1">
                <a:solidFill>
                  <a:schemeClr val="bg1"/>
                </a:solidFill>
              </a:rPr>
              <a:t>Jupyter</a:t>
            </a:r>
            <a:r>
              <a:rPr kumimoji="1" lang="en-US" altLang="ja-JP" sz="9600" dirty="0">
                <a:solidFill>
                  <a:schemeClr val="bg1"/>
                </a:solidFill>
              </a:rPr>
              <a:t> Book v2</a:t>
            </a:r>
            <a:endParaRPr kumimoji="1" lang="ja-JP" altLang="en-US" sz="9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93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円/楕円 4">
            <a:extLst>
              <a:ext uri="{FF2B5EF4-FFF2-40B4-BE49-F238E27FC236}">
                <a16:creationId xmlns:a16="http://schemas.microsoft.com/office/drawing/2014/main" id="{483DA33C-DEFE-B349-B263-DA987FCE3736}"/>
              </a:ext>
            </a:extLst>
          </p:cNvPr>
          <p:cNvSpPr>
            <a:spLocks noChangeAspect="1"/>
          </p:cNvSpPr>
          <p:nvPr/>
        </p:nvSpPr>
        <p:spPr>
          <a:xfrm>
            <a:off x="4449699" y="2105215"/>
            <a:ext cx="2123885" cy="212388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600" dirty="0">
                <a:solidFill>
                  <a:schemeClr val="bg1"/>
                </a:solidFill>
              </a:rPr>
              <a:t>JB</a:t>
            </a:r>
            <a:endParaRPr kumimoji="1" lang="ja-JP" altLang="en-US" sz="9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94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Macintosh PowerPoint</Application>
  <PresentationFormat>ワイド画面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User</dc:creator>
  <cp:lastModifiedBy>Microsoft Office User</cp:lastModifiedBy>
  <cp:revision>5</cp:revision>
  <dcterms:created xsi:type="dcterms:W3CDTF">2025-11-18T09:09:12Z</dcterms:created>
  <dcterms:modified xsi:type="dcterms:W3CDTF">2025-11-18T09:19:32Z</dcterms:modified>
</cp:coreProperties>
</file>